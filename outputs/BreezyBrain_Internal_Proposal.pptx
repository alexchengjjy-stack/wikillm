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828800"/>
            <a:ext cx="11091672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16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923C"/>
                </a:solidFill>
                <a:latin typeface="Microsoft JhengHei"/>
              </a:defRPr>
            </a:pPr>
            <a:r>
              <a:t>BreezyBrain (好好腦)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Microsoft JhengHei"/>
              </a:defRPr>
            </a:pPr>
            <a:r>
              <a:t>下一代 AI 企業工作流操作系統</a:t>
            </a:r>
          </a:p>
          <a:p>
            <a:pPr>
              <a:spcBef>
                <a:spcPts val="3000"/>
              </a:spcBef>
              <a:defRPr sz="1800">
                <a:solidFill>
                  <a:srgbClr val="38BDF8"/>
                </a:solidFill>
                <a:latin typeface="Microsoft JhengHei"/>
              </a:defRPr>
            </a:pPr>
            <a:r>
              <a:t>🏆 企業內部討論與決策層提案報告 (CEO, CTO, CMO 聯席會)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報告人：AIPM 產品與戰略規劃組    日期：2026年5月19日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一、 產品核心概念 ── 企業「數位生命體」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💡 突破資訊孤島：讓獨立的 B2B SaaS 軟體融合成一個有機生命體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• 視覺感知 (Eyes)：BCR 模組 ── 手機拍照或掃描名片 OCR，秒級採集外部客戶人脈與權限共通數據。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• 記憶與神經 (Nerves)：CRM (Pipedrive) ── 自動同步聯絡人，主導銷售漏斗（Active Management）與 Project 狀態追蹤。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• 思維與邏輯 (Logic)：CLM 協作 (doc-cowork) ── 基於 MS-Word、Google Doc 在線編輯，大腦自動進行 AI-review 智慧審約。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• 骨骼與肌肉 (Skeleton)：BPM 工作流 ── 涵蓋 Sales、RD、PM 內部審批，支持 AI 大模型輔助流程版控與防錯。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• 法律手印 (Action)：ESign (BreezySign 好好簽) ── 調用 BZS API 自動傳簽，首創 LINE 即時傳簽與聲明錄影防賴。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• 終極大腦 (Soul)：Local LLM &amp; KM Wiki ── 合約完成後大腦自動進行 AI-整理，將歷史合約圖譜化，沉澱入公司專屬 Wiki。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二、 執行長視角 (CEO Viewpoint) ── 商業增長與市場機會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923C"/>
                </a:solidFill>
                <a:latin typeface="Microsoft JhengHei"/>
              </a:defRPr>
            </a:pPr>
            <a:r>
              <a:t>📈 迎合「電子簽章修法紅利 ➕ 企業 AI 轉型」，卡位增量藍海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💠 🎯 核心目標客群 (Target Segment)</a:t>
            </a:r>
            <a:br/>
            <a:r>
              <a:t>    鎖定「高頻交易傳簽行業」（房仲加盟、旅行社、人力仲介、投顧保險），以及台灣「抗拒複雜 ERP、面臨法務短缺」之 160 萬家中微型中小企業。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💠 💸 突破資訊孤島痛點 (Eradicate Inefficiencies)</a:t>
            </a:r>
            <a:br/>
            <a:r>
              <a:t>    打擊業務每天手動在 CRM、Word、電簽工具之間重複打字的低效產出，為企業縮短 90% 人工輸入時間。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💠 💰 性價比包抄戰略 (Breakthrough Pricing Moat)</a:t>
            </a:r>
            <a:br/>
            <a:r>
              <a:t>    打破 Docusign 與 DottedSign「按人頭 ➕ 限制合約數」的昂貴枷鎖，提供台幣固定年繳發送完全無上限，API 整合台幣 1.5 萬起。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💠 💎 Breezy 雙星產品線 (Double Star Strategy)</a:t>
            </a:r>
            <a:br/>
            <a:r>
              <a:t>    以 BreezySign (好好簽) 作為「法律手腳」，BreezyBrain (好好腦) 作為「智慧大腦」，二者深度綑綁，帶動客單價（ARPU）與客戶終身價值（LTV）實現翻倍增長。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三、 技術長視角 (CTO Viewpoint) ── 安全架構與硬核技術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Microsoft JhengHei"/>
              </a:defRPr>
            </a:pPr>
            <a:r>
              <a:t>🛠️ 三層安全隔離架構 ➕ 在地化硬核技術壁壘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4ADE80"/>
                </a:solidFill>
              </a:rPr>
              <a:t>⚡ 🔒 模組化隔離架構</a:t>
            </a:r>
            <a:br/>
            <a:r>
              <a:t>    對齊 Tauri 邊界三層安全架構。上游 BCR 模組與 CRM、CLM 完全物理沙盒化隔離，確保客戶名片與核心合約資料安全，通過 IPC 安全路由通訊。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4ADE80"/>
                </a:solidFill>
              </a:rPr>
              <a:t>⚡ 🔌 BZS API 自動傳簽模組</a:t>
            </a:r>
            <a:br/>
            <a:r>
              <a:t>    開發自動觸發中繼器。CLM 完成 doc-cowork 及 BPM 智慧審核核准後，Webhook 自動調用好好簽 API 發送，全流程無需手動干預。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4ADE80"/>
                </a:solidFill>
              </a:rPr>
              <a:t>⚡ 💬 極致接地氣 ── LINE 即時傳簽</a:t>
            </a:r>
            <a:br/>
            <a:r>
              <a:t>    開發與 LINE API 的原生融合。簽署通知直接轉換成 LINE 訊息發送至聯絡人手機，簽署人一鍵開啟在 LINE 內完成手寫簽章。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4ADE80"/>
                </a:solidFill>
              </a:rPr>
              <a:t>⚡ 📹 獨家技術防線 ── 聲明錄影防賴</a:t>
            </a:r>
            <a:br/>
            <a:r>
              <a:t>    專業版以上簽署流程內建前置相機錄音錄影與 AATL 合規證書，徹底杜絕事後賴帳抗辯，法律推定力 100%。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四、 行銷長視角 (CMO Viewpoint) ── 競品截擊與定位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🎯 品牌心智：「台灣唯一用大腦穿透工作流的合規電子簽章」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🔥 🥊 競品截擊 1 ── DottedSign 點點簽</a:t>
            </a:r>
            <a:br/>
            <a:r>
              <a:t>    話術對焦：點點簽功能過於單一，改版後大幅暴漲，且合約限制人頭數與件數。好好腦提供一體化 AI 協作 ➕ 發送完全無上限，超高性價比降維打擊！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🔥 🥊 競品截擊 2 ── LegalSign.ai 律果簽</a:t>
            </a:r>
            <a:br/>
            <a:r>
              <a:t>    話術對焦：律果簽載入速度極慢，大合約需加載數十分鐘。好好腦基於輕量 API 架構與 WikiLLM，秒級加載，且唯一具備 LINE 即時傳簽與聲明錄影防賴。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🔥 🏆 台灣在地化『安全三冠王』</a:t>
            </a:r>
            <a:br/>
            <a:r>
              <a:t>    主打「LINE 傳簽 ➕ 蒙恬手寫板硬體整合 ➕ 簽約聲明錄影」，徹底打爆外商（Docusign）完全無在地化支援的痛點。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38BDF8"/>
                </a:solidFill>
              </a:rPr>
              <a:t>🔥 📊 數位行銷與精準流量截擊</a:t>
            </a:r>
            <a:br/>
            <a:r>
              <a:t>    發布『電子簽章官網定價與 API 極致對焦表』，部署 Product Schema 結構化數據，精準截擊 Docusign 與 DottedSign 的關鍵字搜尋流量！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Microsoft JhengHei"/>
              </a:defRPr>
            </a:pPr>
            <a:r>
              <a:t>五、 四階段產品研發與落地藍圖 (Roadmap)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📅 穩紮穩打，小步快跑，快速實現 MVP 商業閉環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📍 🚀 Phase 1: MVP Core (大腦底座與雙系統聯動驗證期)</a:t>
            </a:r>
            <a:br/>
            <a:r>
              <a:t>    完成 BCR ➡️ Pipedrive (CRM) 資料自動同步；部署 WikiLLM 本地 AI-整理大腦，打通 raw 數據的攝入與結構化沉澱。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📍 ⚡ Phase 2: Auto-Sign (自動化簽核與通訊聯動期)</a:t>
            </a:r>
            <a:br/>
            <a:r>
              <a:t>    開發 BZS API 自動傳簽中繼器，核准後 10 秒內自動發出；全面上線 LINE 傳簽與簡訊 OTP 多通道聯動。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📍 🛡️ Phase 3: AI-CoPilot (智慧合約協同與流程防錯期)</a:t>
            </a:r>
            <a:br/>
            <a:r>
              <a:t>    在 CLM (Word/Google Doc) 協作中嵌入 AI-review 智慧審約引擎；在 BPM 中實施大語言模型版控與防錯。</a:t>
            </a:r>
          </a:p>
          <a:p>
            <a:pPr>
              <a:spcBef>
                <a:spcPts val="1200"/>
              </a:spcBef>
              <a:defRPr sz="1500">
                <a:solidFill>
                  <a:srgbClr val="FFFFFF"/>
                </a:solidFill>
                <a:latin typeface="Microsoft JhengHei"/>
              </a:defRPr>
            </a:pPr>
            <a:r>
              <a:rPr b="1">
                <a:solidFill>
                  <a:srgbClr val="FB923C"/>
                </a:solidFill>
              </a:rPr>
              <a:t>📍 🌐 Phase 4: Graphify-Enterprise (企業圖譜操作系統商業化)</a:t>
            </a:r>
            <a:br/>
            <a:r>
              <a:t>    對接全域 Files Manager，自動將企業簽署與專案數據圖譜化 (Graphify)，包裝為與好好簽深度綑綁的 B2B AI 套件全面推向市場。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