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11091672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167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B923C"/>
                </a:solidFill>
              </a:defRPr>
            </a:pPr>
            <a:r>
              <a:t>BreezyBrain (好好腦)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下一代 AI 企業工作流操作系統</a:t>
            </a:r>
          </a:p>
          <a:p>
            <a:pPr>
              <a:spcBef>
                <a:spcPts val="3000"/>
              </a:spcBef>
              <a:defRPr sz="1800">
                <a:solidFill>
                  <a:srgbClr val="38BDF8"/>
                </a:solidFill>
              </a:defRPr>
            </a:pPr>
            <a:r>
              <a:t>🏆 企業內部討論與決策層提案報告 (一般版型)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一、 產品核心概念 ── 企業「數位生命體」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💡 突破資訊孤島：讓獨立的 B2B SaaS 軟體融合成一個有機生命體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• 視覺感知 (Eyes)：BCR ── 名片 OCR，秒級採集外部客戶人脈與數據。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• 記憶神經 (Nerves)：CRM (Pipedrive) ── 自動同步聯絡人，主導銷售漏斗狀態追蹤。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• 思維邏輯 (Logic)：CLM (doc-cowork) ── 基於線上編輯，大腦自動進行 AI-review 智慧審約。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• 骨骼肌肉 (Skeleton)：BPM 工作流 ── 涵蓋跨部門內部審批，支持 AI 版控與防錯。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• 法律手印 (Action)：ESign (BreezySign) ── 調用 API 自動傳簽，首創 LINE 即時傳簽。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• 終極大腦 (Soul)：Local LLM &amp; KM Wiki ── 合約完成後自動 AI 整理，將歷史合約圖譜化。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二、 BreezyBrain 六大支柱系統架構圖 (Framework)</a:t>
            </a:r>
          </a:p>
        </p:txBody>
      </p:sp>
      <p:pic>
        <p:nvPicPr>
          <p:cNvPr id="3" name="Picture 2" descr="breezy_brain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4630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三、 執行長視角 (CEO Viewpoint)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B923C"/>
                </a:solidFill>
              </a:defRPr>
            </a:pPr>
            <a:r>
              <a:t>📈 迎合電子簽章修法紅利 ➕ 企業 AI 轉型，卡位增量藍海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💠 🎯 核心目標客群</a:t>
            </a:r>
            <a:br/>
            <a:r>
              <a:t>    鎖定「高頻交易傳簽行業」與 160 萬家中微型企業。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💠 💸 突破資訊孤島</a:t>
            </a:r>
            <a:br/>
            <a:r>
              <a:t>    打擊業務手動重複打字，縮短 90% 人工輸入時間。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💠 💰 性價比包抄戰略</a:t>
            </a:r>
            <a:br/>
            <a:r>
              <a:t>    打破外商按人頭計費枷鎖，提供年繳發送完全無上限。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rgbClr val="38BDF8"/>
                </a:solidFill>
              </a:rPr>
              <a:t>💠 💎 雙星產品線</a:t>
            </a:r>
            <a:br/>
            <a:r>
              <a:t>    BreezySign (手腳) + BreezyBrain (大腦) 綑綁，帶動 LTV 翻倍。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