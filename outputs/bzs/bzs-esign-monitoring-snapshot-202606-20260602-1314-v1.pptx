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6517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2026 年 6 月電子簽章能量登錄競品情報普查快照</a:t>
            </a:r>
          </a:p>
          <a:p>
            <a:pPr>
              <a:spcBef>
                <a:spcPts val="800"/>
              </a:spcBef>
              <a:defRPr sz="1100">
                <a:solidFill>
                  <a:srgbClr val="C8E6D7"/>
                </a:solidFill>
                <a:latin typeface="Microsoft JhengHei"/>
              </a:defRPr>
            </a:pPr>
            <a:r>
              <a:t>依據《普查與情報快照實測規範》對點點簽、律果簽、全景及我方 Production 正式官網 100% 實地查找與情報對照分析</a:t>
            </a:r>
          </a:p>
          <a:p>
            <a:pPr>
              <a:spcBef>
                <a:spcPts val="35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一、 四大電子簽章最新普查矩陣 (2026年6月版)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2468880"/>
                <a:gridCol w="2286000"/>
                <a:gridCol w="2221992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數據維度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好好簽 (BreezySign) 我方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點點簽 (DottedSign)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律果簽 (LegalSign)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FastSIGN (全景)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能量登錄證號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113電簽0008 (蒙恬科技)</a:t>
                      </a:r>
                    </a:p>
                    <a:p>
                      <a:r>
                        <a:t>有效至民國 116/08/13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113電簽0003 (凱鈿行動)</a:t>
                      </a:r>
                    </a:p>
                    <a:p>
                      <a:r>
                        <a:t>有效至民國 115/08/29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113電簽0005 (律果科技)</a:t>
                      </a:r>
                    </a:p>
                    <a:p>
                      <a:r>
                        <a:t>有效至民國 116/01/15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113電簽0001 (全景軟體)</a:t>
                      </a:r>
                    </a:p>
                    <a:p>
                      <a:r>
                        <a:t>有效至民國 115/07/21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產品動態與系統整合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證號聲明正式同步上線官網。</a:t>
                      </a:r>
                    </a:p>
                    <a:p>
                      <a:r>
                        <a:t>持續優化鼎新 ERP 整合，調優開啟連結逾時限制。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1. 2026-05 整合 Vital BizForm</a:t>
                      </a:r>
                    </a:p>
                    <a:p>
                      <a:r>
                        <a:t>2. 導入 MCP 大模型流程語意互動支援。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大力推廣 AI 法務助理「法樂多」，主打 30秒自動審約、草擬與風險預判。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1. 2026-03 推出 IDExpert Cloud</a:t>
                      </a:r>
                    </a:p>
                    <a:p>
                      <a:r>
                        <a:t>2. 完成零信任三階段驗證，推廣 PQC 遷移。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主要弱點與痛點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官網 FAQ 模組大模型抓取仍為空白，亟需優化 GEO 能見度。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2026-04-21 強制廢止舊企業方案續約，Envelope 計費引發跳船。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SaaS 平台大批量合約 Loading 過慢（旅行社客戶實測需 10 分鐘）。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極少投放線上行銷廣告，大眾級 GEO/SEO 能見度極低。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我方作戰方針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定價頁部署 6-8 組 FAQ 模組；投放防禦型品牌關鍵字廣告。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集火 4/21 舊合約失效與漲價痛點，主打我方「年約吃到飽」方案。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主打好好簽極速簽署效能（3秒完簽）與 LINE/簡訊傳簽靈活性。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鎖定中大型企業，主打我方完整 AATL 與國家級能量登錄許可。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二、 競品情報通道深度解析 (官網定價、策略文章、廣告字)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💰 官網與定價動向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點點簽官網新計費落地：自 2026-04-21 起，舊版企業方案終止續約。到期強制轉為 Envelope 件數計費，否則降為免費停簽。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律果簽加碼 AI CLM：基本版 $180、標準版 $490、專業版 $980，加掛數發部能量登錄許可章，並增設 AI 助理與 CLM 加購。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全景主打買斷制與金融：行銷側重 FastSIGN Cloud 與 Pro 買斷方案，少宣傳訂閱。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389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✍️ 內容策略文章方向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點點簽鎖定 ESG 與 HR：高頻產出「富士軟片 ESG 無紙化」與「人司入職自動化」文章，全數埋設 FAQ Schema 搶占 GEO。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律果簽主攻 AI 與合約：Blog 全力轉型「AI 智慧合約講堂」，打造 AI 線上審約及法規風險預判的專業法務形象。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全景偏向資安與零信任：主攻「製造業零信任資安升級」與「PQC 設備防護」，電簽 Blog 近兩月無更新。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🎯 廣告投放與關鍵字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點點簽狂砸廣告：預估月預算 NT$8萬-12萬，強力投放「電子簽章」及 API 詞，甚至買我方品牌字「BreezySign 費用」攔截。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律果簽集火長尾高意圖字：月預算約 NT$2.5萬-4萬，投放「合約管理系統」、「線上審約」等字組。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全景與我方投放空白：全景僅月投 NT$5K 且無多媒體廣告，主要依靠關係網；我方主要投放通用詞，品牌防禦依舊是空白。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三、 競品情報通道深度解析 (人才招募、認證合規、公關及技術 SEO)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👥 人才戰略與合規認證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點點簽朝 AI 科技轉型： Yourator 釋出 AI Solution Consultant 與 Engineer 職缺，脫離單一工具定位。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律果簽卡位法律 AI 專家：招聘「法律 AI 解決方案工程師」，要求具備 LLM 開發與法律條文 Fine-tuning 實務力。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認證合規對齊：點點簽 (113電簽0003，有效至115/08/29)、律果簽 (113電簽0005，有效至116/01/15)；我方蒙恬科技 (113電簽0008，有效至116/08/13)，有效期為四大廠最長！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🌐 公關新聞與技術 SEO/GEO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點點簽公關權重高：發布「全球突破 2000 萬用戶」與數發部登錄公關稿，但因載入 HubSpot 行銷代碼導致 CWV INP 表現差。4/21 漲價亦導致大模型中出現客訴與負面引用漂移。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律果簽公關盟軍多：發布與精誠資訊、數位時代等結盟公關，但在技術 SEO 方面因採用 SPA 架構且缺乏 SSR，易被誤判為薄內容，GEO 能見度差。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全景零信任錨點強：2026-03 通過政府零信任三階段驗證。我方好好簽 Production 已正式上線能量登錄宣告，GEO 能見度達 40%，但 Organization Schema 仍可再指定精確。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四、 業務前線即戰力：最新反駁小卡 (Battle Cards)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🆚 當客戶提及「點點簽 (DottedSign)」時：</a:t>
            </a:r>
          </a:p>
          <a:p>
            <a:pPr>
              <a:spcBef>
                <a:spcPts val="800"/>
              </a:spcBef>
              <a:defRPr sz="1300" b="1">
                <a:solidFill>
                  <a:srgbClr val="057857"/>
                </a:solidFill>
                <a:latin typeface="Microsoft JhengHei"/>
              </a:defRPr>
            </a:pPr>
            <a:r>
              <a:t>【核心反擊點：強制漲價與件數計費】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「點點簽自 2026 年 4 月 21 日起正式終止了舊版企業方案的續約，合約到期後強制轉換為以『任務件數』計費的新方案，這會造成您的簽署費用暴增。好好簽擁有完全對等的數位發展部『113電簽0008』核可與 AATL 國際憑證，且我們採用吃到飽方案與透明價格。我們支持在地化的 LINE 傳簽與聲明錄影防賴，背靠蒙恬科技 (30年大廠)，是法規與成本考量下的最穩健選擇。」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Microsoft JhengHei"/>
              </a:defRPr>
            </a:pPr>
            <a:r>
              <a:t>🆚 當客戶提及「律果簽 (LegalSign)」時：</a:t>
            </a:r>
          </a:p>
          <a:p>
            <a:pPr>
              <a:spcBef>
                <a:spcPts val="800"/>
              </a:spcBef>
              <a:defRPr sz="1300" b="1">
                <a:solidFill>
                  <a:srgbClr val="B91C1C"/>
                </a:solidFill>
                <a:latin typeface="Microsoft JhengHei"/>
              </a:defRPr>
            </a:pPr>
            <a:r>
              <a:t>【核心反擊點：系統 Loading 性能與大批量簽署】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「律果簽主打法律 AI 審約，但在電簽系統的底層性能上，大批量簽署常出現卡頓（旅行社大批量實測需 10 分鐘 Loading），極度延誤效率。好好簽核心引擎經過高頻壓力測試，穩定極速，且首創 LINE/簡訊傳簽與聲明錄影防賴。如果您需要的是一個極速流暢、具備法庭強證據力，且通過國家級能量登錄雙重核可的電子簽章平台，好好簽絕對是更實在、更好用的選擇。」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五、 好好簽下一步行銷與業務行動方針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1. [行銷/研發] 實作好好簽定價頁面 FAQ 模組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比照點點簽於價格頁下方部署 6~8 組結構化問答 FAQ，方便大模型 (GEO/AEO) 進行爬取與定價意圖對照推薦。</a:t>
            </a:r>
          </a:p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2. [行銷] 部署對手著陸頁面 (Competitor Landing Page)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集火點點簽 4/21 舊合約強制停用與漲價痛點，主打好好簽「吃到飽方案」，精準搶攻流失之年簽中大戶。</a:t>
            </a:r>
          </a:p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3. [廣告投放] 啟動品牌關鍵字廣告防禦與長尾合規詞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立即投放防禦型字組，避免搜尋我方品牌「BreezySign」時被點點簽的搶客攔截廣告引流。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