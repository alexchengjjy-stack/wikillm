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78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zs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2386584" cy="475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7432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Microsoft JhengHei"/>
              </a:defRPr>
            </a:pPr>
            <a:r>
              <a:t>BreezySign 好好簽</a:t>
            </a:r>
          </a:p>
          <a:p>
            <a:pPr>
              <a:spcBef>
                <a:spcPts val="1500"/>
              </a:spcBef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2026 年 5 月營運月報與技術專案分析</a:t>
            </a:r>
          </a:p>
          <a:p>
            <a:pPr>
              <a:spcBef>
                <a:spcPts val="3000"/>
              </a:spcBef>
              <a:defRPr sz="1400">
                <a:solidFill>
                  <a:srgbClr val="C8E6D7"/>
                </a:solidFill>
                <a:latin typeface="Microsoft JhengHei"/>
              </a:defRPr>
            </a:pPr>
            <a:r>
              <a:t>蒙恬科技 ． 電子簽章業務與技術整合小組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7857"/>
                </a:solidFill>
                <a:latin typeface="Microsoft JhengHei"/>
              </a:defRPr>
            </a:pPr>
            <a:r>
              <a:t>一、 2026年5月財務營收與獲客漏斗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7857"/>
                </a:solidFill>
                <a:latin typeface="Microsoft JhengHei"/>
              </a:defRPr>
            </a:pPr>
            <a:r>
              <a:t>📊 實收總營收：NT$ 385,602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1. SaaS 訂閱實收：NT$ 104,480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企業: $73,500 | 商務: $15,000 | 專業: $28,800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簡訊與憑證加購額外小計：NT$ 680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太平洋旅行社電匯 $60K 於 6/1 生效順利入帳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2. 專案與 API 實收：NT$ 281,122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來自得勝者、唯心醫管、百加與101專案首付款入帳。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57200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Microsoft JhengHei"/>
              </a:defRPr>
            </a:pPr>
            <a:r>
              <a:t>🚀 新增註冊與獲客漏斗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1. 月新增註冊公司數：312 家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2. Leads 電訪品質跟進：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當月累計電訪註冊客戶：30 家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表達「有興趣」：15 家 (轉換率高達 50%)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歸入「較高意願」：9 家，由業務專人持續輔導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3. 體驗版測試中：合計 19 家仍在輔導中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SaaS 體驗版 7 家，API/SI 方案 12 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7857"/>
                </a:solidFill>
                <a:latin typeface="Microsoft JhengHei"/>
              </a:defRPr>
            </a:pPr>
            <a:r>
              <a:t>二、 2025.10 - 2026.05 SaaS 歷年實收與 MoM 趨勢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5912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011680"/>
                <a:gridCol w="1645920"/>
                <a:gridCol w="5605272"/>
              </a:tblGrid>
              <a:tr h="47752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月份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SaaS 實收營收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付費公司數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MoM 增減幅度 / 結構明細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2025-10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NT$ 64,014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145 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基準月份 (企業 $35K | 專業 $27K)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2025-11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NT$ 114,880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154 家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57857"/>
                          </a:solidFill>
                          <a:latin typeface="Microsoft JhengHei"/>
                        </a:defRPr>
                      </a:pPr>
                      <a:r>
                        <a:t>+79.46% (↗) (企業 $78K | 專業 $34K)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2025-12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NT$ 181,440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171 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57857"/>
                          </a:solidFill>
                          <a:latin typeface="Microsoft JhengHei"/>
                        </a:defRPr>
                      </a:pPr>
                      <a:r>
                        <a:t>+57.94% (↗) (企業 $134K | 專業 $46K)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2026-01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NT$ 161,586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188 家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B91C1C"/>
                          </a:solidFill>
                          <a:latin typeface="Microsoft JhengHei"/>
                        </a:defRPr>
                      </a:pPr>
                      <a:r>
                        <a:t>-10.94% (↘) (企業 $129K | 專業 $26K)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2026-02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NT$ 129,310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190 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B91C1C"/>
                          </a:solidFill>
                          <a:latin typeface="Microsoft JhengHei"/>
                        </a:defRPr>
                      </a:pPr>
                      <a:r>
                        <a:t>-19.97% (↘) (企業 $97K | 專業 $26K)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2026-03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NT$ 134,903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193 家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57857"/>
                          </a:solidFill>
                          <a:latin typeface="Microsoft JhengHei"/>
                        </a:defRPr>
                      </a:pPr>
                      <a:r>
                        <a:t>+4.33% (↗) (企業 $98K | 專業 $29K)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2026-04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NT$ 194,779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198 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57857"/>
                          </a:solidFill>
                          <a:latin typeface="Microsoft JhengHei"/>
                        </a:defRPr>
                      </a:pPr>
                      <a:r>
                        <a:t>+44.38% (↗) (企業 $142K | 專業 $34K)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2026-05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NT$ 104,480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B91C1C"/>
                          </a:solidFill>
                          <a:latin typeface="Microsoft JhengHei"/>
                        </a:defRPr>
                      </a:pPr>
                      <a:r>
                        <a:t>-46.36% (↘)* (企業 $73.5K | 商務 $15.0K | 專業 $28.8K)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76072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i="1">
                <a:solidFill>
                  <a:srgbClr val="646E78"/>
                </a:solidFill>
                <a:latin typeface="Microsoft JhengHei"/>
              </a:defRPr>
            </a:pPr>
            <a:r>
              <a:t>* 註：2026-05 SaaS 實收金流因大單（太平洋旅行社 $60K）生效扣款期為 6/1 呈技術下降。若併計當月專案實收 NT$ 281,122，5 月實收總營收達 NT$ 385,602，總體實收 MoM 實際為 +97.97% 強勁成長。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7857"/>
                </a:solidFill>
                <a:latin typeface="Microsoft JhengHei"/>
              </a:defRPr>
            </a:pPr>
            <a:r>
              <a:t>三、 重大專案里程碑與 API 串接進展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5912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5788152"/>
              </a:tblGrid>
              <a:tr h="600891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客戶/專案名稱</a:t>
                      </a:r>
                    </a:p>
                  </a:txBody>
                  <a:tcPr>
                    <a:solidFill>
                      <a:srgbClr val="0578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本月進展 / 里程碑</a:t>
                      </a:r>
                    </a:p>
                  </a:txBody>
                  <a:tcPr>
                    <a:solidFill>
                      <a:srgbClr val="0578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技術串接與細節說明</a:t>
                      </a:r>
                    </a:p>
                  </a:txBody>
                  <a:tcPr>
                    <a:solidFill>
                      <a:srgbClr val="057857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太平洋旅行社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40人企業方案成交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完成 UNIFY 範本權限配置，6/1 正式啟用開通。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101 BPM 部署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獨立地端專案交付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交付 HiCloud 與 DMZ 的安裝包及地端原始碼，獨立大型地端專案。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得勝者 PACS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診所 7 月上線準備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串接 PACS AI 影像。規避斷線合規的「地端離線暫存與中華電信 NTP 校時機制」已設計。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鼎新 API 專案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API 串接完成與調優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完成串接。調優連結有效時效由 60 秒調增為 15 分鐘。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大瀚 GTB 租客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合作頁 6 月初上線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租客專屬 3 個月免費體驗，透過大瀚商務中心生態獲取租客訂閱。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福安與聖洋 API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年簽大單積極推進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福安 2 萬份 API 12 萬簽約中，已供 ISO 認證；聖洋 API 8k~10k 份規劃中。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7857"/>
                </a:solidFill>
                <a:latin typeface="Microsoft JhengHei"/>
              </a:defRPr>
            </a:pPr>
            <a:r>
              <a:t>四、 點點簽轉單效應分析與大檔案憑證限制限制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7857"/>
                </a:solidFill>
                <a:latin typeface="Microsoft JhengHei"/>
              </a:defRPr>
            </a:pPr>
            <a:r>
              <a:t>🔥 點點簽漲價與轉單效應分析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1. 點點簽改為「以件計費」：單份約 NT$45~50，面臨中大型用量客戶年租大漲 3-5 倍阻力。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2. 轉單潮浮現：福安 (2萬份) 與太平洋旅行社 (2000份) 面臨巨大預算成本抗性，促使其移轉至好好簽。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3. 定價核心優勢：好好簽「年約吃到飽」在中大用量企業市場具備壓倒性的性價比競爭優勢。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5720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91C1C"/>
                </a:solidFill>
                <a:latin typeface="Microsoft JhengHei"/>
              </a:defRPr>
            </a:pPr>
            <a:r>
              <a:t>⚠️ 聖美麗健檢超大檔案限制結案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1. 聖美麗健康文件多為超大 PDF（單檔 &gt; 10MB），好好簽考量現行架構在嵌入 AATL 數位憑證時易失敗。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2. 技術與售後考量：為防範超載與技術支援成本極大化，我方主動予以婉拒年約。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3. 後續動態：客戶已決定於 8/1 續約點點簽。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4. 本案例確立我方未來「單檔 10MB 限額與 AATL 效能」之售前篩選防線。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