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84048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BreezyBrain (好好腦)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下一代 AI 企業工作流操作系統 (16:9 向量架構版)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CDF"/>
                </a:solidFill>
              </a:defRPr>
            </a:pPr>
            <a:r>
              <a:t>一、 BreezyBrain 六大支柱系統架構圖 (Native 16:9 Vector)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60152" cy="731520"/>
          </a:xfrm>
          <a:prstGeom prst="roundRect">
            <a:avLst/>
          </a:prstGeom>
          <a:solidFill>
            <a:srgbClr val="DCE6F5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Local LLM AI Model (Central Enterprise Brain)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612392" cy="356616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BCR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OCR Sensing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60320"/>
            <a:ext cx="1429512" cy="7315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Business Card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429000"/>
            <a:ext cx="1429512" cy="7315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Auto Data Sync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29156" y="5074920"/>
            <a:ext cx="18288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63952" y="1463040"/>
            <a:ext cx="1612392" cy="35661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3952" y="155448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CRM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Pipedrive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5392" y="2560320"/>
            <a:ext cx="1429512" cy="7315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Contacts &amp; Leads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5392" y="3429000"/>
            <a:ext cx="1429512" cy="7315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Deal Pipeline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378708" y="5074920"/>
            <a:ext cx="182880" cy="18288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3504" y="1463040"/>
            <a:ext cx="1612392" cy="35661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3504" y="155448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82828"/>
                </a:solidFill>
                <a:latin typeface="Arial"/>
              </a:defRPr>
            </a:pPr>
            <a:r>
              <a:t>CLM</a:t>
            </a:r>
          </a:p>
          <a:p>
            <a:pPr algn="ctr">
              <a:defRPr sz="1200">
                <a:solidFill>
                  <a:srgbClr val="282828"/>
                </a:solidFill>
                <a:latin typeface="Arial"/>
              </a:defRPr>
            </a:pPr>
            <a:r>
              <a:t>doc-cowork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4944" y="2560320"/>
            <a:ext cx="1429512" cy="7315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MS-Word / Google Doc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4944" y="3429000"/>
            <a:ext cx="1429512" cy="7315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Collaborative Editing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128260" y="5074920"/>
            <a:ext cx="182880" cy="18288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63056" y="1463040"/>
            <a:ext cx="1612392" cy="3566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155448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82828"/>
                </a:solidFill>
                <a:latin typeface="Arial"/>
              </a:defRPr>
            </a:pPr>
            <a:r>
              <a:t>BPM</a:t>
            </a:r>
          </a:p>
          <a:p>
            <a:pPr algn="ctr">
              <a:defRPr sz="1200">
                <a:solidFill>
                  <a:srgbClr val="282828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560320"/>
            <a:ext cx="1429512" cy="7315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All Departments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3429000"/>
            <a:ext cx="1429512" cy="7315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AI-Review Routing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877812" y="5074920"/>
            <a:ext cx="182880" cy="18288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12608" y="1463040"/>
            <a:ext cx="1612392" cy="356616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2608" y="155448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ESign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BreezySign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4048" y="2560320"/>
            <a:ext cx="1429512" cy="7315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Sales &amp; Admin 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4048" y="3429000"/>
            <a:ext cx="1429512" cy="7315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Call BZS API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627364" y="5074920"/>
            <a:ext cx="182880" cy="182880"/>
          </a:xfrm>
          <a:prstGeom prst="down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62160" y="1463040"/>
            <a:ext cx="1612392" cy="356616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2160" y="155448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KM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Files Manager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53600" y="2560320"/>
            <a:ext cx="1429512" cy="7315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RAW Repository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3600" y="3429000"/>
            <a:ext cx="1429512" cy="7315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Obsidian Graphify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0376916" y="5074920"/>
            <a:ext cx="182880" cy="182880"/>
          </a:xfrm>
          <a:prstGeom prst="down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